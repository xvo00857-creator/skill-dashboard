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2560320" cy="2560320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72000"/>
            <a:ext cx="1371600" cy="13716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小白入门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从零开始认识你的智能助手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轻松上手 · 马上能用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什么是 AI Agent？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9144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能听懂你的任务、自己规划步骤、还能动手完成的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智能助手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三个核心能力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3703320"/>
            <a:ext cx="914400" cy="9144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" dirty="0">
                <a:solidFill>
                  <a:srgbClr val="000000"/>
                </a:solidFill>
              </a:rPr>
              <a:t>👂</a:t>
            </a:r>
            <a:endParaRPr lang="en-US" sz="5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听懂你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理解自然语言指令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你说人话，它能听懂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3703320"/>
            <a:ext cx="914400" cy="91440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" dirty="0">
                <a:solidFill>
                  <a:srgbClr val="000000"/>
                </a:solidFill>
              </a:rPr>
              <a:t>🧠</a:t>
            </a:r>
            <a:endParaRPr lang="en-US" sz="50" dirty="0"/>
          </a:p>
        </p:txBody>
      </p:sp>
      <p:sp>
        <p:nvSpPr>
          <p:cNvPr id="15" name="Text 13"/>
          <p:cNvSpPr/>
          <p:nvPr/>
        </p:nvSpPr>
        <p:spPr>
          <a:xfrm>
            <a:off x="443484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会思考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拆解任务、规划路径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复杂问题也能一步步来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0" y="37033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" dirty="0">
                <a:solidFill>
                  <a:srgbClr val="000000"/>
                </a:solidFill>
              </a:rPr>
              <a:t>🛠️</a:t>
            </a:r>
            <a:endParaRPr lang="en-US" sz="50" dirty="0"/>
          </a:p>
        </p:txBody>
      </p:sp>
      <p:sp>
        <p:nvSpPr>
          <p:cNvPr id="20" name="Text 18"/>
          <p:cNvSpPr/>
          <p:nvPr/>
        </p:nvSpPr>
        <p:spPr>
          <a:xfrm>
            <a:off x="813816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能动手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调用工具、执行操作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不只是说说，还能真做事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就像给你配了个"全能实习生"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它能帮你做什么？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3个生活化场景，一看就懂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194560"/>
            <a:ext cx="1097280" cy="10972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✈️</a:t>
            </a:r>
            <a:endParaRPr lang="en-US" sz="6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旅行规划官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告诉它"帮我规划3天厦门游"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查攻略、排行程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算预算、找美食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一键生成完整方案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2194560"/>
            <a:ext cx="1097280" cy="10972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📚</a:t>
            </a:r>
            <a:endParaRPr lang="en-US" sz="60" dirty="0"/>
          </a:p>
        </p:txBody>
      </p:sp>
      <p:sp>
        <p:nvSpPr>
          <p:cNvPr id="13" name="Text 11"/>
          <p:cNvSpPr/>
          <p:nvPr/>
        </p:nvSpPr>
        <p:spPr>
          <a:xfrm>
            <a:off x="44348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学习小助教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丢给它一篇论文或一本书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4480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划重点、做摘要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出思考题、生成笔记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学习效率翻倍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35440" y="2194560"/>
            <a:ext cx="1097280" cy="10972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💼</a:t>
            </a:r>
            <a:endParaRPr lang="en-US" sz="60" dirty="0"/>
          </a:p>
        </p:txBody>
      </p:sp>
      <p:sp>
        <p:nvSpPr>
          <p:cNvPr id="19" name="Text 17"/>
          <p:cNvSpPr/>
          <p:nvPr/>
        </p:nvSpPr>
        <p:spPr>
          <a:xfrm>
            <a:off x="813816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职场效率搭子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说"帮我写一封工作邮件"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4480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秒出邮件、报告草稿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整理数据、生成表格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下班更早一点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从生活到工作，AI Agent 都能搭把手 ✨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怎么跟 Agent 说话？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 +  目标  +  要求  +  附件  =  好任务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120640" cy="2926080"/>
          </a:xfrm>
          <a:prstGeom prst="roundRect">
            <a:avLst>
              <a:gd name="adj" fmla="val 4688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2004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反面例子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"帮我弄个方案"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44805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什么方案？没说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给谁看的？没说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什么要求？没说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结果：只能瞎猜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120640" cy="2926080"/>
          </a:xfrm>
          <a:prstGeom prst="roundRect">
            <a:avLst>
              <a:gd name="adj" fmla="val 4688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32004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正面例子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749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"你是资深营销策划，帮我写一份618活动方案，3个创意方向，预算5万内，参考我上传的去年数据"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48463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角色明确：资深营销策划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目标清晰：618活动方案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要求具体：3个方向、5万预算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有参考：上传了去年数据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越具体，结果越靠谱。把 Agent 当成新来的同事，交代清楚就对了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附件怎么用？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Agent 看得更清楚，做得更准确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支持的文件类型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78328" y="2377440"/>
            <a:ext cx="1097280" cy="10972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78328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📄</a:t>
            </a:r>
            <a:endParaRPr lang="en-US" sz="60" dirty="0"/>
          </a:p>
        </p:txBody>
      </p:sp>
      <p:sp>
        <p:nvSpPr>
          <p:cNvPr id="7" name="Text 5"/>
          <p:cNvSpPr/>
          <p:nvPr/>
        </p:nvSpPr>
        <p:spPr>
          <a:xfrm>
            <a:off x="2804008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2112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 / 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4248" y="2377440"/>
            <a:ext cx="1097280" cy="10972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4248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📊</a:t>
            </a:r>
            <a:endParaRPr lang="en-US" sz="60" dirty="0"/>
          </a:p>
        </p:txBody>
      </p:sp>
      <p:sp>
        <p:nvSpPr>
          <p:cNvPr id="11" name="Text 9"/>
          <p:cNvSpPr/>
          <p:nvPr/>
        </p:nvSpPr>
        <p:spPr>
          <a:xfrm>
            <a:off x="4449928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6704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0168" y="2377440"/>
            <a:ext cx="1097280" cy="10972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168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🖼️</a:t>
            </a:r>
            <a:endParaRPr lang="en-US" sz="60" dirty="0"/>
          </a:p>
        </p:txBody>
      </p:sp>
      <p:sp>
        <p:nvSpPr>
          <p:cNvPr id="15" name="Text 13"/>
          <p:cNvSpPr/>
          <p:nvPr/>
        </p:nvSpPr>
        <p:spPr>
          <a:xfrm>
            <a:off x="6095848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1296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/ PNG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6088" y="2377440"/>
            <a:ext cx="1097280" cy="109728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6088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" dirty="0">
                <a:solidFill>
                  <a:srgbClr val="000000"/>
                </a:solidFill>
              </a:rPr>
              <a:t>💻</a:t>
            </a:r>
            <a:endParaRPr lang="en-US" sz="60" dirty="0"/>
          </a:p>
        </p:txBody>
      </p:sp>
      <p:sp>
        <p:nvSpPr>
          <p:cNvPr id="19" name="Text 17"/>
          <p:cNvSpPr/>
          <p:nvPr/>
        </p:nvSpPr>
        <p:spPr>
          <a:xfrm>
            <a:off x="7741768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5888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各种编程语言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三个小技巧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493776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166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文件要清晰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5715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扫描件尽量选清晰的，文字越清楚理解越准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493776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166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5780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说明用途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5715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告诉它"用这个数据做分析"，别让它猜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38160" y="493776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5166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96112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重点优先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5715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一次别传太多文件，核心的先上传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避坑指南 &amp; 行动清单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常见误区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以为它会读心术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你不说清楚，它真的猜不到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期待一次就完美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多轮对话调整，才能越来越准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觉得它什么都能做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它也有知识边界和能力限制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今天就试试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1945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42316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写一封工作邮件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试试让它帮你起草一封邮件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34290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3657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0664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总结一份文档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上传一个文件让它帮你划重点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46634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489204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0664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规划一个小目标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让它帮你规划周末或旅行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开始你的 AI Agent 之旅吧！ ✨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2026-08-07T02:20:08Z</dcterms:created>
  <dcterms:modified xsi:type="dcterms:W3CDTF">2026-08-07T02:20:08Z</dcterms:modified>
</cp:coreProperties>
</file>